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51" userDrawn="1">
          <p15:clr>
            <a:srgbClr val="A4A3A4"/>
          </p15:clr>
        </p15:guide>
        <p15:guide id="2" pos="5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3"/>
    <p:restoredTop sz="94698"/>
  </p:normalViewPr>
  <p:slideViewPr>
    <p:cSldViewPr snapToGrid="0">
      <p:cViewPr varScale="1">
        <p:scale>
          <a:sx n="96" d="100"/>
          <a:sy n="96" d="100"/>
        </p:scale>
        <p:origin x="200" y="248"/>
      </p:cViewPr>
      <p:guideLst>
        <p:guide pos="2751"/>
        <p:guide pos="558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09DF7-904D-0F2F-D524-620B9543F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95BEB7-D567-4405-5A6F-FFDC73AF8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839493-5F90-AB28-3776-6B1FB604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08E3E-F730-93C4-657D-5BBA934B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AF888-C61F-B3F7-0124-117DA18C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389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4C988-E7EA-3546-2DB3-78F5F0105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AB809-17C8-DF1E-41FE-47BE987BF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59FFFF-79AE-427D-510E-A671B4635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24E2B-E0D6-E419-826A-802ECA63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C1AD7-6CBE-1BEC-63D1-292D8F35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663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4B9FC-8345-411B-1239-1212EE01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BC9924-EE3F-38C1-B759-0BCAFB8EE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536EE-6F1C-5FE2-E6DB-F70E93E2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66B24-8D98-CE9F-C22D-B4EC5277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F92550-BE8E-85AB-AC20-1A6A54E1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374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67739-08C6-317F-911C-C310F199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CED1D0-C4A9-63D8-6220-DD0E5387F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A3B92A-CB6B-6DCC-F4E0-19FE78342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42C120-CF15-F5B4-E7D9-2F56CCDB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81F949-6128-2F6B-91D4-5CC8DF56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51CD91-4EBC-6DB5-511B-916AD106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270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522EE-1C8C-99A1-30DB-BF0C435F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FB869B-D712-270B-59F2-EF589498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96F6AF-87F4-A235-EE3D-F7F96CEFE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4FDE9E-206C-97A6-FB71-8F7A188D0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834FE1-324A-B109-D463-D333AAAD4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BA8B6A-3B90-DC2A-75A0-37E1FC194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FCE5F5-AAD1-7CB7-904B-806EEE45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59508F-1381-6A43-4698-7E07AEB7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956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F4F01-9E70-E015-CDF4-E752AA72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9F21F6-32C4-FA7B-2F88-6B5A5138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AFC047-60E7-6241-05E7-A1CC4771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2030AE-163E-2D83-CB74-0651F8B1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115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D9B05C-D2BC-DAEF-1A62-A0079B39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DD2306-0A1A-CFEA-83A5-844FA9BA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3C60A4-C923-5669-68EC-82F618B2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5609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C17D7-27A7-D8A4-3726-3BD88869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6A5A1-ACD2-E67F-A7F9-4302B5437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D954DE-73CC-89AA-B3FA-460D01C4D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801611-17DE-41C3-1A61-1651E96B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34121C-7178-5106-F7D8-AE7D0203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3E8B6C-AA4B-3A67-7F81-86900D3A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687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E0991-AE13-61B3-3D23-A7D15A14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9C0AB6-E991-BF3C-D76B-79556F380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96A83-72D9-1CB9-C365-F06E1EE2F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B67D30-34D1-0B4F-61A2-69370618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855C73-B38F-E53B-5E97-15BE4E59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9B6998-7DCA-376B-B88E-BA798B97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853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BF53C-BB0E-099A-2DC0-2C24D231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574323-85E7-E4C4-08BA-892FBD36E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2CCD3-41B4-5EFC-CF6B-A2E8B719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49424B-CF3F-DE95-117F-DC472068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4FCD95-B196-80C8-E987-B1BA565C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493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7E3BCB-F0F6-817E-8D59-214C7B6BF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1D82CB-B304-E39B-4C99-5C74E6AC9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C7038-FCE5-8D8E-8C6A-D916AC19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0302B-209A-B357-ECDF-B2F400B9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1DDE3C-3033-DA36-C857-BD323D1B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2885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BFDD07-8B50-A6BA-B49A-F63A6DD0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4E3BA3-7684-ABD4-C6E5-F34724272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620DFC-0C91-D3BA-60C8-67F41FEC6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8DEFF-CECE-E845-AD18-247EC8741D1E}" type="datetimeFigureOut">
              <a:rPr kumimoji="1" lang="zh-CN" altLang="en-US" smtClean="0"/>
              <a:t>2026/3/30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D544CB-A949-7D9C-46D1-BDFD2B502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D60C4-483C-0C5B-834D-1F64C08B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DF171-3305-3B41-AF2F-C2C7BE5EA6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46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C8D43B5D-5104-2D8E-0CDF-F05C9C4D7674}"/>
              </a:ext>
            </a:extLst>
          </p:cNvPr>
          <p:cNvGrpSpPr/>
          <p:nvPr/>
        </p:nvGrpSpPr>
        <p:grpSpPr>
          <a:xfrm>
            <a:off x="1635049" y="2535635"/>
            <a:ext cx="8905585" cy="1973552"/>
            <a:chOff x="1635049" y="2535635"/>
            <a:chExt cx="8905585" cy="1973552"/>
          </a:xfrm>
        </p:grpSpPr>
        <p:pic>
          <p:nvPicPr>
            <p:cNvPr id="5" name="图片 4" descr="图片包含 电视, 监控, 屏幕, 控制&#10;&#10;描述已自动生成">
              <a:extLst>
                <a:ext uri="{FF2B5EF4-FFF2-40B4-BE49-F238E27FC236}">
                  <a16:creationId xmlns:a16="http://schemas.microsoft.com/office/drawing/2014/main" id="{86B1A862-AFB2-77E5-DB00-B5810E716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5049" y="2874189"/>
              <a:ext cx="4291626" cy="1109622"/>
            </a:xfrm>
            <a:prstGeom prst="rect">
              <a:avLst/>
            </a:prstGeom>
          </p:spPr>
        </p:pic>
        <p:pic>
          <p:nvPicPr>
            <p:cNvPr id="7" name="图片 6" descr="手机屏幕截图&#10;&#10;中度可信度描述已自动生成">
              <a:extLst>
                <a:ext uri="{FF2B5EF4-FFF2-40B4-BE49-F238E27FC236}">
                  <a16:creationId xmlns:a16="http://schemas.microsoft.com/office/drawing/2014/main" id="{5364B7D3-4475-9496-D4B5-6BB091C70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5326" y="2874189"/>
              <a:ext cx="4275308" cy="1093304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A44384E-C60C-C748-C74C-5E9C810C5CAA}"/>
                </a:ext>
              </a:extLst>
            </p:cNvPr>
            <p:cNvSpPr txBox="1"/>
            <p:nvPr/>
          </p:nvSpPr>
          <p:spPr>
            <a:xfrm>
              <a:off x="1635049" y="2535635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0C5D004-310C-8122-A092-020CD6028E68}"/>
                </a:ext>
              </a:extLst>
            </p:cNvPr>
            <p:cNvSpPr txBox="1"/>
            <p:nvPr/>
          </p:nvSpPr>
          <p:spPr>
            <a:xfrm>
              <a:off x="6265326" y="2535635"/>
              <a:ext cx="447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CB8D032-8AC1-20DA-57E3-65B7E40249AA}"/>
                </a:ext>
              </a:extLst>
            </p:cNvPr>
            <p:cNvSpPr txBox="1"/>
            <p:nvPr/>
          </p:nvSpPr>
          <p:spPr>
            <a:xfrm>
              <a:off x="4011987" y="4137699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293T</a:t>
              </a:r>
              <a:endPara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4D8E8C4-F8B3-51DE-0E98-2989418D5FFB}"/>
                </a:ext>
              </a:extLst>
            </p:cNvPr>
            <p:cNvSpPr txBox="1"/>
            <p:nvPr/>
          </p:nvSpPr>
          <p:spPr>
            <a:xfrm>
              <a:off x="8454841" y="4139855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HL-60</a:t>
              </a:r>
              <a:endPara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755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B638C0-BAFB-55B9-9CBD-0DD184951AFD}"/>
              </a:ext>
            </a:extLst>
          </p:cNvPr>
          <p:cNvGrpSpPr/>
          <p:nvPr/>
        </p:nvGrpSpPr>
        <p:grpSpPr>
          <a:xfrm>
            <a:off x="242543" y="1536667"/>
            <a:ext cx="11335854" cy="3784666"/>
            <a:chOff x="242543" y="1536667"/>
            <a:chExt cx="11335854" cy="3784666"/>
          </a:xfrm>
        </p:grpSpPr>
        <p:pic>
          <p:nvPicPr>
            <p:cNvPr id="5" name="图片 4" descr="图表, 条形图&#10;&#10;描述已自动生成">
              <a:extLst>
                <a:ext uri="{FF2B5EF4-FFF2-40B4-BE49-F238E27FC236}">
                  <a16:creationId xmlns:a16="http://schemas.microsoft.com/office/drawing/2014/main" id="{FD535533-8287-E4D9-88D8-D9612263B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3" y="1721333"/>
              <a:ext cx="5727762" cy="3600000"/>
            </a:xfrm>
            <a:prstGeom prst="rect">
              <a:avLst/>
            </a:prstGeom>
          </p:spPr>
        </p:pic>
        <p:pic>
          <p:nvPicPr>
            <p:cNvPr id="7" name="图片 6" descr="图表, 条形图&#10;&#10;描述已自动生成">
              <a:extLst>
                <a:ext uri="{FF2B5EF4-FFF2-40B4-BE49-F238E27FC236}">
                  <a16:creationId xmlns:a16="http://schemas.microsoft.com/office/drawing/2014/main" id="{BACC951F-BA7F-20C5-89DB-B6F8BB3E6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0305" y="1721333"/>
              <a:ext cx="5608092" cy="3600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AEE4281-91FA-91B5-D8AD-4BAA7B46925E}"/>
                </a:ext>
              </a:extLst>
            </p:cNvPr>
            <p:cNvSpPr txBox="1"/>
            <p:nvPr/>
          </p:nvSpPr>
          <p:spPr>
            <a:xfrm>
              <a:off x="512119" y="1536667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3636D9F-49E9-5093-8D72-243625070DC5}"/>
                </a:ext>
              </a:extLst>
            </p:cNvPr>
            <p:cNvSpPr txBox="1"/>
            <p:nvPr/>
          </p:nvSpPr>
          <p:spPr>
            <a:xfrm>
              <a:off x="6159385" y="1552056"/>
              <a:ext cx="447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14250D1-75BA-8403-BB8B-B8CB34B6EF90}"/>
                </a:ext>
              </a:extLst>
            </p:cNvPr>
            <p:cNvSpPr txBox="1"/>
            <p:nvPr/>
          </p:nvSpPr>
          <p:spPr>
            <a:xfrm>
              <a:off x="2771236" y="4853634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293T</a:t>
              </a:r>
              <a:endParaRPr kumimoji="1"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76E1BC7-8C5E-80A3-1FC0-7478A3808EF7}"/>
                </a:ext>
              </a:extLst>
            </p:cNvPr>
            <p:cNvSpPr txBox="1"/>
            <p:nvPr/>
          </p:nvSpPr>
          <p:spPr>
            <a:xfrm>
              <a:off x="8419125" y="4853634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HL-60</a:t>
              </a:r>
              <a:endParaRPr kumimoji="1"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763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16</Words>
  <Application>Microsoft Macintosh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c2953</dc:creator>
  <cp:lastModifiedBy>c2953</cp:lastModifiedBy>
  <cp:revision>1</cp:revision>
  <dcterms:created xsi:type="dcterms:W3CDTF">2026-03-30T01:39:03Z</dcterms:created>
  <dcterms:modified xsi:type="dcterms:W3CDTF">2026-03-30T03:21:34Z</dcterms:modified>
</cp:coreProperties>
</file>